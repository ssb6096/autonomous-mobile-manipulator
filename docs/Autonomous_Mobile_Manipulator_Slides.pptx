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Nunito"/>
      <p:regular r:id="rId13"/>
      <p:bold r:id="rId14"/>
      <p:italic r:id="rId15"/>
      <p:boldItalic r:id="rId16"/>
    </p:embeddedFont>
    <p:embeddedFont>
      <p:font typeface="Maven Pro"/>
      <p:regular r:id="rId17"/>
      <p:bold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Nunito-regular.fntdata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Nunito-italic.fntdata"/><Relationship Id="rId14" Type="http://schemas.openxmlformats.org/officeDocument/2006/relationships/font" Target="fonts/Nunito-bold.fntdata"/><Relationship Id="rId17" Type="http://schemas.openxmlformats.org/officeDocument/2006/relationships/font" Target="fonts/MavenPro-regular.fntdata"/><Relationship Id="rId16" Type="http://schemas.openxmlformats.org/officeDocument/2006/relationships/font" Target="fonts/Nuni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font" Target="fonts/MavenPr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56e195b1bf_0_3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56e195b1bf_0_3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56e195b1bf_0_3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56e195b1bf_0_3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000">
                <a:solidFill>
                  <a:srgbClr val="555D66"/>
                </a:solidFill>
                <a:highlight>
                  <a:srgbClr val="FFFFFF"/>
                </a:highlight>
              </a:rPr>
              <a:t> green squares in camera image = tracked keypoints.</a:t>
            </a:r>
            <a:endParaRPr i="1" sz="1000">
              <a:solidFill>
                <a:srgbClr val="555D66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000">
                <a:solidFill>
                  <a:srgbClr val="555D66"/>
                </a:solidFill>
                <a:highlight>
                  <a:srgbClr val="FFFFFF"/>
                </a:highlight>
              </a:rPr>
              <a:t>Blue boxes in lower map view: keyframes. Red box = current camera view. Red points = visible local map points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56e195b1bf_0_3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" name="Google Shape;296;g56e195b1bf_0_3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56e195b1bf_0_3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56e195b1bf_0_3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highlight>
                  <a:srgbClr val="EEEEDD"/>
                </a:highlight>
                <a:latin typeface="Courier New"/>
                <a:ea typeface="Courier New"/>
                <a:cs typeface="Courier New"/>
                <a:sym typeface="Courier New"/>
              </a:rPr>
              <a:t>omega = diag([1 1 1 3/reach]);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5142bd1123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" name="Google Shape;312;g5142bd1123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5144d0aa23_5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9" name="Google Shape;319;g5144d0aa23_5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type="title">
  <p:cSld name="TITLE">
    <p:bg>
      <p:bgPr>
        <a:solidFill>
          <a:schemeClr val="accent3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7343003" y="3409675"/>
            <a:ext cx="1691422" cy="1732548"/>
            <a:chOff x="7343003" y="3409675"/>
            <a:chExt cx="1691422" cy="1732548"/>
          </a:xfrm>
        </p:grpSpPr>
        <p:grpSp>
          <p:nvGrpSpPr>
            <p:cNvPr id="11" name="Google Shape;11;p2"/>
            <p:cNvGrpSpPr/>
            <p:nvPr/>
          </p:nvGrpSpPr>
          <p:grpSpPr>
            <a:xfrm>
              <a:off x="7343003" y="4453711"/>
              <a:ext cx="316800" cy="688513"/>
              <a:chOff x="7343003" y="4453711"/>
              <a:chExt cx="316800" cy="688513"/>
            </a:xfrm>
          </p:grpSpPr>
          <p:sp>
            <p:nvSpPr>
              <p:cNvPr id="12" name="Google Shape;12;p2"/>
              <p:cNvSpPr/>
              <p:nvPr/>
            </p:nvSpPr>
            <p:spPr>
              <a:xfrm>
                <a:off x="7343003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7343003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" name="Google Shape;14;p2"/>
            <p:cNvGrpSpPr/>
            <p:nvPr/>
          </p:nvGrpSpPr>
          <p:grpSpPr>
            <a:xfrm>
              <a:off x="7801210" y="4105700"/>
              <a:ext cx="316800" cy="1036523"/>
              <a:chOff x="7801210" y="4105700"/>
              <a:chExt cx="316800" cy="1036523"/>
            </a:xfrm>
          </p:grpSpPr>
          <p:sp>
            <p:nvSpPr>
              <p:cNvPr id="15" name="Google Shape;15;p2"/>
              <p:cNvSpPr/>
              <p:nvPr/>
            </p:nvSpPr>
            <p:spPr>
              <a:xfrm>
                <a:off x="7801210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7801210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7801210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" name="Google Shape;18;p2"/>
            <p:cNvGrpSpPr/>
            <p:nvPr/>
          </p:nvGrpSpPr>
          <p:grpSpPr>
            <a:xfrm>
              <a:off x="8259418" y="3757688"/>
              <a:ext cx="316800" cy="1384535"/>
              <a:chOff x="8259418" y="3757688"/>
              <a:chExt cx="316800" cy="1384535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8259418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8259418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8259418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8259418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" name="Google Shape;23;p2"/>
            <p:cNvGrpSpPr/>
            <p:nvPr/>
          </p:nvGrpSpPr>
          <p:grpSpPr>
            <a:xfrm>
              <a:off x="8717625" y="3409675"/>
              <a:ext cx="316800" cy="1732548"/>
              <a:chOff x="8717625" y="3409675"/>
              <a:chExt cx="316800" cy="1732548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8717625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8717625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8717625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8717625" y="3409675"/>
                <a:ext cx="316800" cy="1732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8717625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9" name="Google Shape;29;p2"/>
          <p:cNvGrpSpPr/>
          <p:nvPr/>
        </p:nvGrpSpPr>
        <p:grpSpPr>
          <a:xfrm>
            <a:off x="5043503" y="0"/>
            <a:ext cx="3814072" cy="3839102"/>
            <a:chOff x="5043503" y="0"/>
            <a:chExt cx="3814072" cy="3839102"/>
          </a:xfrm>
        </p:grpSpPr>
        <p:sp>
          <p:nvSpPr>
            <p:cNvPr id="30" name="Google Shape;30;p2"/>
            <p:cNvSpPr/>
            <p:nvPr/>
          </p:nvSpPr>
          <p:spPr>
            <a:xfrm>
              <a:off x="8460975" y="1817775"/>
              <a:ext cx="396600" cy="3966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 rot="-9830444">
              <a:off x="6469759" y="3480728"/>
              <a:ext cx="320148" cy="320148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2" name="Google Shape;32;p2"/>
            <p:cNvGrpSpPr/>
            <p:nvPr/>
          </p:nvGrpSpPr>
          <p:grpSpPr>
            <a:xfrm>
              <a:off x="7647812" y="2704283"/>
              <a:ext cx="635219" cy="635219"/>
              <a:chOff x="6725724" y="2701260"/>
              <a:chExt cx="1208101" cy="1208100"/>
            </a:xfrm>
          </p:grpSpPr>
          <p:sp>
            <p:nvSpPr>
              <p:cNvPr id="33" name="Google Shape;33;p2"/>
              <p:cNvSpPr/>
              <p:nvPr/>
            </p:nvSpPr>
            <p:spPr>
              <a:xfrm rot="5400000">
                <a:off x="6725725" y="2701260"/>
                <a:ext cx="1208100" cy="12081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 rot="5400000">
                <a:off x="6725724" y="2701260"/>
                <a:ext cx="1208100" cy="1208100"/>
              </a:xfrm>
              <a:prstGeom prst="pie">
                <a:avLst>
                  <a:gd fmla="val 8244818" name="adj1"/>
                  <a:gd fmla="val 16246175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 rot="5400000">
                <a:off x="6954988" y="2930398"/>
                <a:ext cx="749700" cy="7497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6" name="Google Shape;36;p2"/>
            <p:cNvSpPr/>
            <p:nvPr/>
          </p:nvSpPr>
          <p:spPr>
            <a:xfrm>
              <a:off x="8460975" y="1817775"/>
              <a:ext cx="396600" cy="396600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7" name="Google Shape;37;p2"/>
            <p:cNvGrpSpPr/>
            <p:nvPr/>
          </p:nvGrpSpPr>
          <p:grpSpPr>
            <a:xfrm>
              <a:off x="7952720" y="179238"/>
              <a:ext cx="873165" cy="873003"/>
              <a:chOff x="7754428" y="208725"/>
              <a:chExt cx="541800" cy="541800"/>
            </a:xfrm>
          </p:grpSpPr>
          <p:sp>
            <p:nvSpPr>
              <p:cNvPr id="38" name="Google Shape;38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0" name="Google Shape;40;p2"/>
            <p:cNvSpPr/>
            <p:nvPr/>
          </p:nvSpPr>
          <p:spPr>
            <a:xfrm>
              <a:off x="5399840" y="356365"/>
              <a:ext cx="2577000" cy="25770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 rot="2043858">
              <a:off x="5503813" y="460310"/>
              <a:ext cx="2369480" cy="236948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399795" y="360281"/>
              <a:ext cx="2577000" cy="2577000"/>
            </a:xfrm>
            <a:prstGeom prst="pie">
              <a:avLst>
                <a:gd fmla="val 8801158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 rot="2044777">
              <a:off x="5911449" y="867729"/>
              <a:ext cx="1554223" cy="155422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5399795" y="356358"/>
              <a:ext cx="2577000" cy="2577000"/>
            </a:xfrm>
            <a:prstGeom prst="pie">
              <a:avLst>
                <a:gd fmla="val 1255410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 rot="-9830444">
              <a:off x="6469759" y="3480727"/>
              <a:ext cx="320148" cy="320148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" name="Google Shape;46;p2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2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" name="Google Shape;48;p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header" type="secHead">
  <p:cSld name="SECTION_HEADER">
    <p:bg>
      <p:bgPr>
        <a:solidFill>
          <a:schemeClr val="dk1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3"/>
          <p:cNvGrpSpPr/>
          <p:nvPr/>
        </p:nvGrpSpPr>
        <p:grpSpPr>
          <a:xfrm>
            <a:off x="146769" y="3406"/>
            <a:ext cx="1233215" cy="1384535"/>
            <a:chOff x="146769" y="3406"/>
            <a:chExt cx="1233215" cy="1384535"/>
          </a:xfrm>
        </p:grpSpPr>
        <p:grpSp>
          <p:nvGrpSpPr>
            <p:cNvPr id="51" name="Google Shape;51;p3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52" name="Google Shape;52;p3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" name="Google Shape;53;p3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4" name="Google Shape;54;p3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55" name="Google Shape;55;p3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8" name="Google Shape;58;p3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59" name="Google Shape;59;p3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" name="Google Shape;60;p3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3" name="Google Shape;63;p3"/>
          <p:cNvGrpSpPr/>
          <p:nvPr/>
        </p:nvGrpSpPr>
        <p:grpSpPr>
          <a:xfrm>
            <a:off x="6775084" y="2904008"/>
            <a:ext cx="2186148" cy="2239500"/>
            <a:chOff x="6775084" y="2904008"/>
            <a:chExt cx="2186148" cy="2239500"/>
          </a:xfrm>
        </p:grpSpPr>
        <p:grpSp>
          <p:nvGrpSpPr>
            <p:cNvPr id="64" name="Google Shape;64;p3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65" name="Google Shape;65;p3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7" name="Google Shape;67;p3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68" name="Google Shape;68;p3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" name="Google Shape;69;p3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" name="Google Shape;70;p3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1" name="Google Shape;71;p3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72" name="Google Shape;72;p3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6" name="Google Shape;76;p3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77" name="Google Shape;77;p3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" name="Google Shape;78;p3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82" name="Google Shape;82;p3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3" name="Google Shape;83;p3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body" type="tx">
  <p:cSld name="TITLE_AND_BOD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4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86" name="Google Shape;86;p4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4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8" name="Google Shape;88;p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9" name="Google Shape;89;p4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0" name="Google Shape;90;p4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two columns" type="twoColTx">
  <p:cSld name="TITLE_AND_TWO_COLUMNS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5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93" name="Google Shape;93;p5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5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5"/>
          <p:cNvSpPr txBox="1"/>
          <p:nvPr>
            <p:ph idx="1" type="body"/>
          </p:nvPr>
        </p:nvSpPr>
        <p:spPr>
          <a:xfrm>
            <a:off x="130380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7" name="Google Shape;97;p5"/>
          <p:cNvSpPr txBox="1"/>
          <p:nvPr>
            <p:ph idx="2" type="body"/>
          </p:nvPr>
        </p:nvSpPr>
        <p:spPr>
          <a:xfrm>
            <a:off x="490365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5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6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1" name="Google Shape;101;p6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6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4" name="Google Shape;104;p6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One column text">
  <p:cSld name="ONE_COLUMN_TEX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7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7" name="Google Shape;107;p7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7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9" name="Google Shape;109;p7"/>
          <p:cNvSpPr txBox="1"/>
          <p:nvPr>
            <p:ph type="title"/>
          </p:nvPr>
        </p:nvSpPr>
        <p:spPr>
          <a:xfrm>
            <a:off x="1303800" y="598575"/>
            <a:ext cx="3312000" cy="15900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" name="Google Shape;110;p7"/>
          <p:cNvSpPr txBox="1"/>
          <p:nvPr>
            <p:ph idx="1" type="body"/>
          </p:nvPr>
        </p:nvSpPr>
        <p:spPr>
          <a:xfrm>
            <a:off x="1303800" y="2309675"/>
            <a:ext cx="3312000" cy="22218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1" name="Google Shape;111;p7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Main point">
  <p:cSld name="MAIN_POINT">
    <p:bg>
      <p:bgPr>
        <a:solidFill>
          <a:schemeClr val="dk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8"/>
          <p:cNvGrpSpPr/>
          <p:nvPr/>
        </p:nvGrpSpPr>
        <p:grpSpPr>
          <a:xfrm>
            <a:off x="6866714" y="1306"/>
            <a:ext cx="2267451" cy="2601690"/>
            <a:chOff x="6790514" y="1306"/>
            <a:chExt cx="2267451" cy="2601690"/>
          </a:xfrm>
        </p:grpSpPr>
        <p:grpSp>
          <p:nvGrpSpPr>
            <p:cNvPr id="114" name="Google Shape;114;p8"/>
            <p:cNvGrpSpPr/>
            <p:nvPr/>
          </p:nvGrpSpPr>
          <p:grpSpPr>
            <a:xfrm>
              <a:off x="7067465" y="1306"/>
              <a:ext cx="1990500" cy="1990200"/>
              <a:chOff x="7067465" y="1306"/>
              <a:chExt cx="1990500" cy="1990200"/>
            </a:xfrm>
          </p:grpSpPr>
          <p:sp>
            <p:nvSpPr>
              <p:cNvPr id="115" name="Google Shape;115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" name="Google Shape;116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" name="Google Shape;117;p8"/>
              <p:cNvSpPr/>
              <p:nvPr/>
            </p:nvSpPr>
            <p:spPr>
              <a:xfrm rot="-8649154">
                <a:off x="7349891" y="283705"/>
                <a:ext cx="1425647" cy="14254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8" name="Google Shape;118;p8"/>
            <p:cNvGrpSpPr/>
            <p:nvPr/>
          </p:nvGrpSpPr>
          <p:grpSpPr>
            <a:xfrm>
              <a:off x="8207126" y="1807996"/>
              <a:ext cx="795000" cy="795000"/>
              <a:chOff x="8207126" y="1807996"/>
              <a:chExt cx="795000" cy="795000"/>
            </a:xfrm>
          </p:grpSpPr>
          <p:sp>
            <p:nvSpPr>
              <p:cNvPr id="119" name="Google Shape;119;p8"/>
              <p:cNvSpPr/>
              <p:nvPr/>
            </p:nvSpPr>
            <p:spPr>
              <a:xfrm rot="2152054">
                <a:off x="8319942" y="1920813"/>
                <a:ext cx="569367" cy="569367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" name="Google Shape;120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" name="Google Shape;121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2" name="Google Shape;122;p8"/>
            <p:cNvGrpSpPr/>
            <p:nvPr/>
          </p:nvGrpSpPr>
          <p:grpSpPr>
            <a:xfrm>
              <a:off x="6790514" y="118857"/>
              <a:ext cx="548700" cy="548700"/>
              <a:chOff x="6790514" y="118857"/>
              <a:chExt cx="548700" cy="548700"/>
            </a:xfrm>
          </p:grpSpPr>
          <p:sp>
            <p:nvSpPr>
              <p:cNvPr id="123" name="Google Shape;123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" name="Google Shape;124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25" name="Google Shape;125;p8"/>
          <p:cNvSpPr txBox="1"/>
          <p:nvPr>
            <p:ph type="title"/>
          </p:nvPr>
        </p:nvSpPr>
        <p:spPr>
          <a:xfrm>
            <a:off x="824000" y="763600"/>
            <a:ext cx="5857800" cy="357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6" name="Google Shape;126;p8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title and description">
  <p:cSld name="SECTION_TITLE_AND_DESCRIPTION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9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29" name="Google Shape;129;p9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9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1" name="Google Shape;131;p9"/>
          <p:cNvSpPr txBox="1"/>
          <p:nvPr>
            <p:ph type="title"/>
          </p:nvPr>
        </p:nvSpPr>
        <p:spPr>
          <a:xfrm>
            <a:off x="1303800" y="598575"/>
            <a:ext cx="3430500" cy="19902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2" name="Google Shape;132;p9"/>
          <p:cNvSpPr txBox="1"/>
          <p:nvPr>
            <p:ph idx="1" type="subTitle"/>
          </p:nvPr>
        </p:nvSpPr>
        <p:spPr>
          <a:xfrm>
            <a:off x="1303800" y="2743203"/>
            <a:ext cx="3430500" cy="7260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/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33" name="Google Shape;133;p9"/>
          <p:cNvSpPr txBox="1"/>
          <p:nvPr>
            <p:ph idx="2" type="body"/>
          </p:nvPr>
        </p:nvSpPr>
        <p:spPr>
          <a:xfrm>
            <a:off x="4903700" y="661000"/>
            <a:ext cx="3430500" cy="38706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/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4" name="Google Shape;134;p9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aption">
  <p:cSld name="CAPTION_ONLY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10"/>
          <p:cNvGrpSpPr/>
          <p:nvPr/>
        </p:nvGrpSpPr>
        <p:grpSpPr>
          <a:xfrm>
            <a:off x="713373" y="3847119"/>
            <a:ext cx="825392" cy="825392"/>
            <a:chOff x="348199" y="179450"/>
            <a:chExt cx="1116300" cy="1116300"/>
          </a:xfrm>
        </p:grpSpPr>
        <p:sp>
          <p:nvSpPr>
            <p:cNvPr id="137" name="Google Shape;137;p10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0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9" name="Google Shape;139;p10"/>
          <p:cNvSpPr txBox="1"/>
          <p:nvPr>
            <p:ph idx="1" type="body"/>
          </p:nvPr>
        </p:nvSpPr>
        <p:spPr>
          <a:xfrm>
            <a:off x="1303800" y="4138975"/>
            <a:ext cx="5843100" cy="5349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40" name="Google Shape;140;p10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ig number">
  <p:cSld name="BIG_NUMBER">
    <p:bg>
      <p:bgPr>
        <a:solidFill>
          <a:schemeClr val="accent3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p11"/>
          <p:cNvGrpSpPr/>
          <p:nvPr/>
        </p:nvGrpSpPr>
        <p:grpSpPr>
          <a:xfrm>
            <a:off x="52" y="4099200"/>
            <a:ext cx="9144036" cy="1044300"/>
            <a:chOff x="52" y="4099200"/>
            <a:chExt cx="9144036" cy="1044300"/>
          </a:xfrm>
        </p:grpSpPr>
        <p:grpSp>
          <p:nvGrpSpPr>
            <p:cNvPr id="143" name="Google Shape;143;p11"/>
            <p:cNvGrpSpPr/>
            <p:nvPr/>
          </p:nvGrpSpPr>
          <p:grpSpPr>
            <a:xfrm>
              <a:off x="52" y="4309200"/>
              <a:ext cx="231622" cy="834300"/>
              <a:chOff x="2688737" y="4301380"/>
              <a:chExt cx="231900" cy="834300"/>
            </a:xfrm>
          </p:grpSpPr>
          <p:sp>
            <p:nvSpPr>
              <p:cNvPr id="144" name="Google Shape;144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" name="Google Shape;145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" name="Google Shape;146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8" name="Google Shape;148;p11"/>
            <p:cNvGrpSpPr/>
            <p:nvPr/>
          </p:nvGrpSpPr>
          <p:grpSpPr>
            <a:xfrm>
              <a:off x="371406" y="4099200"/>
              <a:ext cx="231622" cy="1044300"/>
              <a:chOff x="2688737" y="4091380"/>
              <a:chExt cx="231900" cy="1044300"/>
            </a:xfrm>
          </p:grpSpPr>
          <p:sp>
            <p:nvSpPr>
              <p:cNvPr id="149" name="Google Shape;149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Google Shape;15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11"/>
              <p:cNvSpPr/>
              <p:nvPr/>
            </p:nvSpPr>
            <p:spPr>
              <a:xfrm flipH="1">
                <a:off x="2688737" y="4091380"/>
                <a:ext cx="2319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" name="Google Shape;153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4" name="Google Shape;154;p11"/>
            <p:cNvGrpSpPr/>
            <p:nvPr/>
          </p:nvGrpSpPr>
          <p:grpSpPr>
            <a:xfrm>
              <a:off x="742761" y="4309200"/>
              <a:ext cx="231622" cy="834300"/>
              <a:chOff x="2688737" y="4301380"/>
              <a:chExt cx="231900" cy="834300"/>
            </a:xfrm>
          </p:grpSpPr>
          <p:sp>
            <p:nvSpPr>
              <p:cNvPr id="155" name="Google Shape;155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" name="Google Shape;156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" name="Google Shape;157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" name="Google Shape;158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9" name="Google Shape;159;p11"/>
            <p:cNvGrpSpPr/>
            <p:nvPr/>
          </p:nvGrpSpPr>
          <p:grpSpPr>
            <a:xfrm>
              <a:off x="1114115" y="4518900"/>
              <a:ext cx="231622" cy="624600"/>
              <a:chOff x="2688737" y="4511080"/>
              <a:chExt cx="231900" cy="624600"/>
            </a:xfrm>
          </p:grpSpPr>
          <p:sp>
            <p:nvSpPr>
              <p:cNvPr id="160" name="Google Shape;160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" name="Google Shape;16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" name="Google Shape;162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3" name="Google Shape;163;p11"/>
            <p:cNvGrpSpPr/>
            <p:nvPr/>
          </p:nvGrpSpPr>
          <p:grpSpPr>
            <a:xfrm>
              <a:off x="1856753" y="4099200"/>
              <a:ext cx="231600" cy="1044300"/>
              <a:chOff x="1856753" y="4099200"/>
              <a:chExt cx="231600" cy="1044300"/>
            </a:xfrm>
          </p:grpSpPr>
          <p:sp>
            <p:nvSpPr>
              <p:cNvPr id="164" name="Google Shape;164;p11"/>
              <p:cNvSpPr/>
              <p:nvPr/>
            </p:nvSpPr>
            <p:spPr>
              <a:xfrm flipH="1">
                <a:off x="185675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" name="Google Shape;165;p11"/>
              <p:cNvSpPr/>
              <p:nvPr/>
            </p:nvSpPr>
            <p:spPr>
              <a:xfrm flipH="1">
                <a:off x="185675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" name="Google Shape;166;p11"/>
              <p:cNvSpPr/>
              <p:nvPr/>
            </p:nvSpPr>
            <p:spPr>
              <a:xfrm flipH="1">
                <a:off x="185675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p11"/>
              <p:cNvSpPr/>
              <p:nvPr/>
            </p:nvSpPr>
            <p:spPr>
              <a:xfrm flipH="1">
                <a:off x="1856753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" name="Google Shape;168;p11"/>
              <p:cNvSpPr/>
              <p:nvPr/>
            </p:nvSpPr>
            <p:spPr>
              <a:xfrm flipH="1">
                <a:off x="185675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9" name="Google Shape;169;p11"/>
            <p:cNvGrpSpPr/>
            <p:nvPr/>
          </p:nvGrpSpPr>
          <p:grpSpPr>
            <a:xfrm>
              <a:off x="2228107" y="4309200"/>
              <a:ext cx="231600" cy="834300"/>
              <a:chOff x="2228107" y="4309200"/>
              <a:chExt cx="231600" cy="834300"/>
            </a:xfrm>
          </p:grpSpPr>
          <p:sp>
            <p:nvSpPr>
              <p:cNvPr id="170" name="Google Shape;170;p11"/>
              <p:cNvSpPr/>
              <p:nvPr/>
            </p:nvSpPr>
            <p:spPr>
              <a:xfrm flipH="1">
                <a:off x="222810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" name="Google Shape;171;p11"/>
              <p:cNvSpPr/>
              <p:nvPr/>
            </p:nvSpPr>
            <p:spPr>
              <a:xfrm flipH="1">
                <a:off x="2228107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p11"/>
              <p:cNvSpPr/>
              <p:nvPr/>
            </p:nvSpPr>
            <p:spPr>
              <a:xfrm flipH="1">
                <a:off x="222810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" name="Google Shape;173;p11"/>
              <p:cNvSpPr/>
              <p:nvPr/>
            </p:nvSpPr>
            <p:spPr>
              <a:xfrm flipH="1">
                <a:off x="222810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4" name="Google Shape;174;p11"/>
            <p:cNvGrpSpPr/>
            <p:nvPr/>
          </p:nvGrpSpPr>
          <p:grpSpPr>
            <a:xfrm>
              <a:off x="2599462" y="4518900"/>
              <a:ext cx="231600" cy="624600"/>
              <a:chOff x="2599462" y="4518900"/>
              <a:chExt cx="231600" cy="624600"/>
            </a:xfrm>
          </p:grpSpPr>
          <p:sp>
            <p:nvSpPr>
              <p:cNvPr id="175" name="Google Shape;175;p11"/>
              <p:cNvSpPr/>
              <p:nvPr/>
            </p:nvSpPr>
            <p:spPr>
              <a:xfrm flipH="1">
                <a:off x="259946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" name="Google Shape;176;p11"/>
              <p:cNvSpPr/>
              <p:nvPr/>
            </p:nvSpPr>
            <p:spPr>
              <a:xfrm flipH="1">
                <a:off x="259946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" name="Google Shape;177;p11"/>
              <p:cNvSpPr/>
              <p:nvPr/>
            </p:nvSpPr>
            <p:spPr>
              <a:xfrm flipH="1">
                <a:off x="259946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8" name="Google Shape;178;p11"/>
            <p:cNvGrpSpPr/>
            <p:nvPr/>
          </p:nvGrpSpPr>
          <p:grpSpPr>
            <a:xfrm>
              <a:off x="3342171" y="4099200"/>
              <a:ext cx="231600" cy="1044300"/>
              <a:chOff x="3342171" y="4099200"/>
              <a:chExt cx="231600" cy="1044300"/>
            </a:xfrm>
          </p:grpSpPr>
          <p:sp>
            <p:nvSpPr>
              <p:cNvPr id="179" name="Google Shape;179;p11"/>
              <p:cNvSpPr/>
              <p:nvPr/>
            </p:nvSpPr>
            <p:spPr>
              <a:xfrm flipH="1">
                <a:off x="334217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" name="Google Shape;180;p11"/>
              <p:cNvSpPr/>
              <p:nvPr/>
            </p:nvSpPr>
            <p:spPr>
              <a:xfrm flipH="1">
                <a:off x="334217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" name="Google Shape;181;p11"/>
              <p:cNvSpPr/>
              <p:nvPr/>
            </p:nvSpPr>
            <p:spPr>
              <a:xfrm flipH="1">
                <a:off x="334217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" name="Google Shape;182;p11"/>
              <p:cNvSpPr/>
              <p:nvPr/>
            </p:nvSpPr>
            <p:spPr>
              <a:xfrm flipH="1">
                <a:off x="3342171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" name="Google Shape;183;p11"/>
              <p:cNvSpPr/>
              <p:nvPr/>
            </p:nvSpPr>
            <p:spPr>
              <a:xfrm flipH="1">
                <a:off x="334217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4" name="Google Shape;184;p11"/>
            <p:cNvGrpSpPr/>
            <p:nvPr/>
          </p:nvGrpSpPr>
          <p:grpSpPr>
            <a:xfrm>
              <a:off x="3713525" y="4309200"/>
              <a:ext cx="231600" cy="834300"/>
              <a:chOff x="3713525" y="4309200"/>
              <a:chExt cx="231600" cy="834300"/>
            </a:xfrm>
          </p:grpSpPr>
          <p:sp>
            <p:nvSpPr>
              <p:cNvPr id="185" name="Google Shape;185;p11"/>
              <p:cNvSpPr/>
              <p:nvPr/>
            </p:nvSpPr>
            <p:spPr>
              <a:xfrm flipH="1">
                <a:off x="371352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" name="Google Shape;186;p11"/>
              <p:cNvSpPr/>
              <p:nvPr/>
            </p:nvSpPr>
            <p:spPr>
              <a:xfrm flipH="1">
                <a:off x="3713525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" name="Google Shape;187;p11"/>
              <p:cNvSpPr/>
              <p:nvPr/>
            </p:nvSpPr>
            <p:spPr>
              <a:xfrm flipH="1">
                <a:off x="371352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" name="Google Shape;188;p11"/>
              <p:cNvSpPr/>
              <p:nvPr/>
            </p:nvSpPr>
            <p:spPr>
              <a:xfrm flipH="1">
                <a:off x="371352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9" name="Google Shape;189;p11"/>
            <p:cNvGrpSpPr/>
            <p:nvPr/>
          </p:nvGrpSpPr>
          <p:grpSpPr>
            <a:xfrm>
              <a:off x="1485398" y="4309200"/>
              <a:ext cx="231600" cy="834300"/>
              <a:chOff x="1485398" y="4309200"/>
              <a:chExt cx="231600" cy="834300"/>
            </a:xfrm>
          </p:grpSpPr>
          <p:sp>
            <p:nvSpPr>
              <p:cNvPr id="190" name="Google Shape;190;p11"/>
              <p:cNvSpPr/>
              <p:nvPr/>
            </p:nvSpPr>
            <p:spPr>
              <a:xfrm flipH="1">
                <a:off x="148539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p11"/>
              <p:cNvSpPr/>
              <p:nvPr/>
            </p:nvSpPr>
            <p:spPr>
              <a:xfrm flipH="1">
                <a:off x="148539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" name="Google Shape;192;p11"/>
              <p:cNvSpPr/>
              <p:nvPr/>
            </p:nvSpPr>
            <p:spPr>
              <a:xfrm flipH="1">
                <a:off x="148539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" name="Google Shape;193;p11"/>
              <p:cNvSpPr/>
              <p:nvPr/>
            </p:nvSpPr>
            <p:spPr>
              <a:xfrm flipH="1">
                <a:off x="148539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4" name="Google Shape;194;p11"/>
            <p:cNvGrpSpPr/>
            <p:nvPr/>
          </p:nvGrpSpPr>
          <p:grpSpPr>
            <a:xfrm>
              <a:off x="4084879" y="4518900"/>
              <a:ext cx="231600" cy="624600"/>
              <a:chOff x="4084879" y="4518900"/>
              <a:chExt cx="231600" cy="624600"/>
            </a:xfrm>
          </p:grpSpPr>
          <p:sp>
            <p:nvSpPr>
              <p:cNvPr id="195" name="Google Shape;195;p11"/>
              <p:cNvSpPr/>
              <p:nvPr/>
            </p:nvSpPr>
            <p:spPr>
              <a:xfrm flipH="1">
                <a:off x="40848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p11"/>
              <p:cNvSpPr/>
              <p:nvPr/>
            </p:nvSpPr>
            <p:spPr>
              <a:xfrm flipH="1">
                <a:off x="40848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" name="Google Shape;197;p11"/>
              <p:cNvSpPr/>
              <p:nvPr/>
            </p:nvSpPr>
            <p:spPr>
              <a:xfrm flipH="1">
                <a:off x="40848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8" name="Google Shape;198;p11"/>
            <p:cNvGrpSpPr/>
            <p:nvPr/>
          </p:nvGrpSpPr>
          <p:grpSpPr>
            <a:xfrm>
              <a:off x="2970816" y="4309200"/>
              <a:ext cx="231600" cy="834300"/>
              <a:chOff x="2970816" y="4309200"/>
              <a:chExt cx="231600" cy="834300"/>
            </a:xfrm>
          </p:grpSpPr>
          <p:sp>
            <p:nvSpPr>
              <p:cNvPr id="199" name="Google Shape;199;p11"/>
              <p:cNvSpPr/>
              <p:nvPr/>
            </p:nvSpPr>
            <p:spPr>
              <a:xfrm flipH="1">
                <a:off x="297081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p11"/>
              <p:cNvSpPr/>
              <p:nvPr/>
            </p:nvSpPr>
            <p:spPr>
              <a:xfrm flipH="1">
                <a:off x="297081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p11"/>
              <p:cNvSpPr/>
              <p:nvPr/>
            </p:nvSpPr>
            <p:spPr>
              <a:xfrm flipH="1">
                <a:off x="297081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" name="Google Shape;202;p11"/>
              <p:cNvSpPr/>
              <p:nvPr/>
            </p:nvSpPr>
            <p:spPr>
              <a:xfrm flipH="1">
                <a:off x="297081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3" name="Google Shape;203;p11"/>
            <p:cNvGrpSpPr/>
            <p:nvPr/>
          </p:nvGrpSpPr>
          <p:grpSpPr>
            <a:xfrm>
              <a:off x="4456234" y="4309200"/>
              <a:ext cx="231600" cy="834300"/>
              <a:chOff x="4456234" y="4309200"/>
              <a:chExt cx="231600" cy="834300"/>
            </a:xfrm>
          </p:grpSpPr>
          <p:sp>
            <p:nvSpPr>
              <p:cNvPr id="204" name="Google Shape;204;p11"/>
              <p:cNvSpPr/>
              <p:nvPr/>
            </p:nvSpPr>
            <p:spPr>
              <a:xfrm flipH="1">
                <a:off x="445623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p11"/>
              <p:cNvSpPr/>
              <p:nvPr/>
            </p:nvSpPr>
            <p:spPr>
              <a:xfrm flipH="1">
                <a:off x="445623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11"/>
              <p:cNvSpPr/>
              <p:nvPr/>
            </p:nvSpPr>
            <p:spPr>
              <a:xfrm flipH="1">
                <a:off x="445623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11"/>
              <p:cNvSpPr/>
              <p:nvPr/>
            </p:nvSpPr>
            <p:spPr>
              <a:xfrm flipH="1">
                <a:off x="445623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8" name="Google Shape;208;p11"/>
            <p:cNvGrpSpPr/>
            <p:nvPr/>
          </p:nvGrpSpPr>
          <p:grpSpPr>
            <a:xfrm>
              <a:off x="4827588" y="4099200"/>
              <a:ext cx="231600" cy="1044300"/>
              <a:chOff x="4827588" y="4099200"/>
              <a:chExt cx="231600" cy="1044300"/>
            </a:xfrm>
          </p:grpSpPr>
          <p:sp>
            <p:nvSpPr>
              <p:cNvPr id="209" name="Google Shape;209;p11"/>
              <p:cNvSpPr/>
              <p:nvPr/>
            </p:nvSpPr>
            <p:spPr>
              <a:xfrm flipH="1">
                <a:off x="48275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" name="Google Shape;210;p11"/>
              <p:cNvSpPr/>
              <p:nvPr/>
            </p:nvSpPr>
            <p:spPr>
              <a:xfrm flipH="1">
                <a:off x="48275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" name="Google Shape;211;p11"/>
              <p:cNvSpPr/>
              <p:nvPr/>
            </p:nvSpPr>
            <p:spPr>
              <a:xfrm flipH="1">
                <a:off x="48275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11"/>
              <p:cNvSpPr/>
              <p:nvPr/>
            </p:nvSpPr>
            <p:spPr>
              <a:xfrm flipH="1">
                <a:off x="4827588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Google Shape;213;p11"/>
              <p:cNvSpPr/>
              <p:nvPr/>
            </p:nvSpPr>
            <p:spPr>
              <a:xfrm flipH="1">
                <a:off x="48275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4" name="Google Shape;214;p11"/>
            <p:cNvGrpSpPr/>
            <p:nvPr/>
          </p:nvGrpSpPr>
          <p:grpSpPr>
            <a:xfrm>
              <a:off x="5198943" y="4309200"/>
              <a:ext cx="231600" cy="834300"/>
              <a:chOff x="5198943" y="4309200"/>
              <a:chExt cx="231600" cy="834300"/>
            </a:xfrm>
          </p:grpSpPr>
          <p:sp>
            <p:nvSpPr>
              <p:cNvPr id="215" name="Google Shape;215;p11"/>
              <p:cNvSpPr/>
              <p:nvPr/>
            </p:nvSpPr>
            <p:spPr>
              <a:xfrm flipH="1">
                <a:off x="519894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" name="Google Shape;216;p11"/>
              <p:cNvSpPr/>
              <p:nvPr/>
            </p:nvSpPr>
            <p:spPr>
              <a:xfrm flipH="1">
                <a:off x="519894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11"/>
              <p:cNvSpPr/>
              <p:nvPr/>
            </p:nvSpPr>
            <p:spPr>
              <a:xfrm flipH="1">
                <a:off x="519894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11"/>
              <p:cNvSpPr/>
              <p:nvPr/>
            </p:nvSpPr>
            <p:spPr>
              <a:xfrm flipH="1">
                <a:off x="519894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9" name="Google Shape;219;p11"/>
            <p:cNvGrpSpPr/>
            <p:nvPr/>
          </p:nvGrpSpPr>
          <p:grpSpPr>
            <a:xfrm>
              <a:off x="5570297" y="4518900"/>
              <a:ext cx="231600" cy="624600"/>
              <a:chOff x="5570297" y="4518900"/>
              <a:chExt cx="231600" cy="624600"/>
            </a:xfrm>
          </p:grpSpPr>
          <p:sp>
            <p:nvSpPr>
              <p:cNvPr id="220" name="Google Shape;220;p11"/>
              <p:cNvSpPr/>
              <p:nvPr/>
            </p:nvSpPr>
            <p:spPr>
              <a:xfrm flipH="1">
                <a:off x="557029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" name="Google Shape;221;p11"/>
              <p:cNvSpPr/>
              <p:nvPr/>
            </p:nvSpPr>
            <p:spPr>
              <a:xfrm flipH="1">
                <a:off x="557029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p11"/>
              <p:cNvSpPr/>
              <p:nvPr/>
            </p:nvSpPr>
            <p:spPr>
              <a:xfrm flipH="1">
                <a:off x="557029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3" name="Google Shape;223;p11"/>
            <p:cNvGrpSpPr/>
            <p:nvPr/>
          </p:nvGrpSpPr>
          <p:grpSpPr>
            <a:xfrm>
              <a:off x="5941652" y="4309200"/>
              <a:ext cx="231600" cy="834300"/>
              <a:chOff x="5941652" y="4309200"/>
              <a:chExt cx="231600" cy="834300"/>
            </a:xfrm>
          </p:grpSpPr>
          <p:sp>
            <p:nvSpPr>
              <p:cNvPr id="224" name="Google Shape;224;p11"/>
              <p:cNvSpPr/>
              <p:nvPr/>
            </p:nvSpPr>
            <p:spPr>
              <a:xfrm flipH="1">
                <a:off x="594165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" name="Google Shape;225;p11"/>
              <p:cNvSpPr/>
              <p:nvPr/>
            </p:nvSpPr>
            <p:spPr>
              <a:xfrm flipH="1">
                <a:off x="5941652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p11"/>
              <p:cNvSpPr/>
              <p:nvPr/>
            </p:nvSpPr>
            <p:spPr>
              <a:xfrm flipH="1">
                <a:off x="594165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11"/>
              <p:cNvSpPr/>
              <p:nvPr/>
            </p:nvSpPr>
            <p:spPr>
              <a:xfrm flipH="1">
                <a:off x="594165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8" name="Google Shape;228;p11"/>
            <p:cNvGrpSpPr/>
            <p:nvPr/>
          </p:nvGrpSpPr>
          <p:grpSpPr>
            <a:xfrm>
              <a:off x="6313006" y="4099200"/>
              <a:ext cx="231600" cy="1044300"/>
              <a:chOff x="6313006" y="4099200"/>
              <a:chExt cx="231600" cy="1044300"/>
            </a:xfrm>
          </p:grpSpPr>
          <p:sp>
            <p:nvSpPr>
              <p:cNvPr id="229" name="Google Shape;229;p11"/>
              <p:cNvSpPr/>
              <p:nvPr/>
            </p:nvSpPr>
            <p:spPr>
              <a:xfrm flipH="1">
                <a:off x="631300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11"/>
              <p:cNvSpPr/>
              <p:nvPr/>
            </p:nvSpPr>
            <p:spPr>
              <a:xfrm flipH="1">
                <a:off x="631300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p11"/>
              <p:cNvSpPr/>
              <p:nvPr/>
            </p:nvSpPr>
            <p:spPr>
              <a:xfrm flipH="1">
                <a:off x="631300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" name="Google Shape;232;p11"/>
              <p:cNvSpPr/>
              <p:nvPr/>
            </p:nvSpPr>
            <p:spPr>
              <a:xfrm flipH="1">
                <a:off x="6313006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" name="Google Shape;233;p11"/>
              <p:cNvSpPr/>
              <p:nvPr/>
            </p:nvSpPr>
            <p:spPr>
              <a:xfrm flipH="1">
                <a:off x="631300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4" name="Google Shape;234;p11"/>
            <p:cNvGrpSpPr/>
            <p:nvPr/>
          </p:nvGrpSpPr>
          <p:grpSpPr>
            <a:xfrm>
              <a:off x="6684361" y="4309200"/>
              <a:ext cx="231600" cy="834300"/>
              <a:chOff x="6684361" y="4309200"/>
              <a:chExt cx="231600" cy="834300"/>
            </a:xfrm>
          </p:grpSpPr>
          <p:sp>
            <p:nvSpPr>
              <p:cNvPr id="235" name="Google Shape;235;p11"/>
              <p:cNvSpPr/>
              <p:nvPr/>
            </p:nvSpPr>
            <p:spPr>
              <a:xfrm flipH="1">
                <a:off x="668436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" name="Google Shape;236;p11"/>
              <p:cNvSpPr/>
              <p:nvPr/>
            </p:nvSpPr>
            <p:spPr>
              <a:xfrm flipH="1">
                <a:off x="668436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" name="Google Shape;237;p11"/>
              <p:cNvSpPr/>
              <p:nvPr/>
            </p:nvSpPr>
            <p:spPr>
              <a:xfrm flipH="1">
                <a:off x="668436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" name="Google Shape;238;p11"/>
              <p:cNvSpPr/>
              <p:nvPr/>
            </p:nvSpPr>
            <p:spPr>
              <a:xfrm flipH="1">
                <a:off x="668436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9" name="Google Shape;239;p11"/>
            <p:cNvGrpSpPr/>
            <p:nvPr/>
          </p:nvGrpSpPr>
          <p:grpSpPr>
            <a:xfrm>
              <a:off x="7055715" y="4518900"/>
              <a:ext cx="231600" cy="624600"/>
              <a:chOff x="7055715" y="4518900"/>
              <a:chExt cx="231600" cy="624600"/>
            </a:xfrm>
          </p:grpSpPr>
          <p:sp>
            <p:nvSpPr>
              <p:cNvPr id="240" name="Google Shape;240;p11"/>
              <p:cNvSpPr/>
              <p:nvPr/>
            </p:nvSpPr>
            <p:spPr>
              <a:xfrm flipH="1">
                <a:off x="705571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" name="Google Shape;241;p11"/>
              <p:cNvSpPr/>
              <p:nvPr/>
            </p:nvSpPr>
            <p:spPr>
              <a:xfrm flipH="1">
                <a:off x="705571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" name="Google Shape;242;p11"/>
              <p:cNvSpPr/>
              <p:nvPr/>
            </p:nvSpPr>
            <p:spPr>
              <a:xfrm flipH="1">
                <a:off x="705571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3" name="Google Shape;243;p11"/>
            <p:cNvGrpSpPr/>
            <p:nvPr/>
          </p:nvGrpSpPr>
          <p:grpSpPr>
            <a:xfrm>
              <a:off x="7798424" y="4099200"/>
              <a:ext cx="231600" cy="1044300"/>
              <a:chOff x="7798424" y="4099200"/>
              <a:chExt cx="231600" cy="1044300"/>
            </a:xfrm>
          </p:grpSpPr>
          <p:sp>
            <p:nvSpPr>
              <p:cNvPr id="244" name="Google Shape;244;p11"/>
              <p:cNvSpPr/>
              <p:nvPr/>
            </p:nvSpPr>
            <p:spPr>
              <a:xfrm flipH="1">
                <a:off x="779842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" name="Google Shape;245;p11"/>
              <p:cNvSpPr/>
              <p:nvPr/>
            </p:nvSpPr>
            <p:spPr>
              <a:xfrm flipH="1">
                <a:off x="779842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" name="Google Shape;246;p11"/>
              <p:cNvSpPr/>
              <p:nvPr/>
            </p:nvSpPr>
            <p:spPr>
              <a:xfrm flipH="1">
                <a:off x="779842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" name="Google Shape;247;p11"/>
              <p:cNvSpPr/>
              <p:nvPr/>
            </p:nvSpPr>
            <p:spPr>
              <a:xfrm flipH="1">
                <a:off x="7798424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" name="Google Shape;248;p11"/>
              <p:cNvSpPr/>
              <p:nvPr/>
            </p:nvSpPr>
            <p:spPr>
              <a:xfrm flipH="1">
                <a:off x="779842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9" name="Google Shape;249;p11"/>
            <p:cNvGrpSpPr/>
            <p:nvPr/>
          </p:nvGrpSpPr>
          <p:grpSpPr>
            <a:xfrm>
              <a:off x="8169779" y="4309200"/>
              <a:ext cx="231600" cy="834300"/>
              <a:chOff x="8169779" y="4309200"/>
              <a:chExt cx="231600" cy="834300"/>
            </a:xfrm>
          </p:grpSpPr>
          <p:sp>
            <p:nvSpPr>
              <p:cNvPr id="250" name="Google Shape;250;p11"/>
              <p:cNvSpPr/>
              <p:nvPr/>
            </p:nvSpPr>
            <p:spPr>
              <a:xfrm flipH="1">
                <a:off x="81697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" name="Google Shape;251;p11"/>
              <p:cNvSpPr/>
              <p:nvPr/>
            </p:nvSpPr>
            <p:spPr>
              <a:xfrm flipH="1">
                <a:off x="8169779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" name="Google Shape;252;p11"/>
              <p:cNvSpPr/>
              <p:nvPr/>
            </p:nvSpPr>
            <p:spPr>
              <a:xfrm flipH="1">
                <a:off x="81697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" name="Google Shape;253;p11"/>
              <p:cNvSpPr/>
              <p:nvPr/>
            </p:nvSpPr>
            <p:spPr>
              <a:xfrm flipH="1">
                <a:off x="81697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4" name="Google Shape;254;p11"/>
            <p:cNvGrpSpPr/>
            <p:nvPr/>
          </p:nvGrpSpPr>
          <p:grpSpPr>
            <a:xfrm>
              <a:off x="7427070" y="4309200"/>
              <a:ext cx="231600" cy="834300"/>
              <a:chOff x="7427070" y="4309200"/>
              <a:chExt cx="231600" cy="834300"/>
            </a:xfrm>
          </p:grpSpPr>
          <p:sp>
            <p:nvSpPr>
              <p:cNvPr id="255" name="Google Shape;255;p11"/>
              <p:cNvSpPr/>
              <p:nvPr/>
            </p:nvSpPr>
            <p:spPr>
              <a:xfrm flipH="1">
                <a:off x="7427070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" name="Google Shape;256;p11"/>
              <p:cNvSpPr/>
              <p:nvPr/>
            </p:nvSpPr>
            <p:spPr>
              <a:xfrm flipH="1">
                <a:off x="7427070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p11"/>
              <p:cNvSpPr/>
              <p:nvPr/>
            </p:nvSpPr>
            <p:spPr>
              <a:xfrm flipH="1">
                <a:off x="7427070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" name="Google Shape;258;p11"/>
              <p:cNvSpPr/>
              <p:nvPr/>
            </p:nvSpPr>
            <p:spPr>
              <a:xfrm flipH="1">
                <a:off x="7427070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9" name="Google Shape;259;p11"/>
            <p:cNvGrpSpPr/>
            <p:nvPr/>
          </p:nvGrpSpPr>
          <p:grpSpPr>
            <a:xfrm>
              <a:off x="8541133" y="4518900"/>
              <a:ext cx="231600" cy="624600"/>
              <a:chOff x="8541133" y="4518900"/>
              <a:chExt cx="231600" cy="624600"/>
            </a:xfrm>
          </p:grpSpPr>
          <p:sp>
            <p:nvSpPr>
              <p:cNvPr id="260" name="Google Shape;260;p11"/>
              <p:cNvSpPr/>
              <p:nvPr/>
            </p:nvSpPr>
            <p:spPr>
              <a:xfrm flipH="1">
                <a:off x="854113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" name="Google Shape;261;p11"/>
              <p:cNvSpPr/>
              <p:nvPr/>
            </p:nvSpPr>
            <p:spPr>
              <a:xfrm flipH="1">
                <a:off x="854113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" name="Google Shape;262;p11"/>
              <p:cNvSpPr/>
              <p:nvPr/>
            </p:nvSpPr>
            <p:spPr>
              <a:xfrm flipH="1">
                <a:off x="854113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3" name="Google Shape;263;p11"/>
            <p:cNvGrpSpPr/>
            <p:nvPr/>
          </p:nvGrpSpPr>
          <p:grpSpPr>
            <a:xfrm>
              <a:off x="8912488" y="4309200"/>
              <a:ext cx="231600" cy="834300"/>
              <a:chOff x="8912488" y="4309200"/>
              <a:chExt cx="231600" cy="834300"/>
            </a:xfrm>
          </p:grpSpPr>
          <p:sp>
            <p:nvSpPr>
              <p:cNvPr id="264" name="Google Shape;264;p11"/>
              <p:cNvSpPr/>
              <p:nvPr/>
            </p:nvSpPr>
            <p:spPr>
              <a:xfrm flipH="1">
                <a:off x="89124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" name="Google Shape;265;p11"/>
              <p:cNvSpPr/>
              <p:nvPr/>
            </p:nvSpPr>
            <p:spPr>
              <a:xfrm flipH="1">
                <a:off x="89124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" name="Google Shape;266;p11"/>
              <p:cNvSpPr/>
              <p:nvPr/>
            </p:nvSpPr>
            <p:spPr>
              <a:xfrm flipH="1">
                <a:off x="89124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" name="Google Shape;267;p11"/>
              <p:cNvSpPr/>
              <p:nvPr/>
            </p:nvSpPr>
            <p:spPr>
              <a:xfrm flipH="1">
                <a:off x="89124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68" name="Google Shape;268;p11"/>
          <p:cNvSpPr txBox="1"/>
          <p:nvPr>
            <p:ph hasCustomPrompt="1" type="title"/>
          </p:nvPr>
        </p:nvSpPr>
        <p:spPr>
          <a:xfrm>
            <a:off x="1388625" y="772725"/>
            <a:ext cx="6366900" cy="186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/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9" name="Google Shape;269;p11"/>
          <p:cNvSpPr txBox="1"/>
          <p:nvPr>
            <p:ph idx="1" type="body"/>
          </p:nvPr>
        </p:nvSpPr>
        <p:spPr>
          <a:xfrm>
            <a:off x="1388625" y="2712300"/>
            <a:ext cx="6366900" cy="11112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ctr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0" name="Google Shape;270;p1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type="blank">
  <p:cSld name="BLANK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momentu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●"/>
              <a:defRPr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29845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29845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845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9845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9845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9845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9845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3.jpg"/><Relationship Id="rId5" Type="http://schemas.openxmlformats.org/officeDocument/2006/relationships/image" Target="../media/image2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hyperlink" Target="http://www.youtube.com/watch?v=RUvS4jGKha0" TargetMode="External"/><Relationship Id="rId4" Type="http://schemas.openxmlformats.org/officeDocument/2006/relationships/image" Target="../media/image5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www.andreasjakl.com/basics-of-ar-slam-simultaneous-localization-and-mapping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Autonomous Mobile Manipulator</a:t>
            </a:r>
            <a:endParaRPr/>
          </a:p>
        </p:txBody>
      </p:sp>
      <p:sp>
        <p:nvSpPr>
          <p:cNvPr id="278" name="Google Shape;278;p13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Deep Saran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Jaji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Sriparvathi Shaji Bhatttathiri</a:t>
            </a:r>
            <a:endParaRPr/>
          </a:p>
        </p:txBody>
      </p:sp>
      <p:pic>
        <p:nvPicPr>
          <p:cNvPr id="279" name="Google Shape;279;p13"/>
          <p:cNvPicPr preferRelativeResize="0"/>
          <p:nvPr/>
        </p:nvPicPr>
        <p:blipFill rotWithShape="1">
          <a:blip r:embed="rId3">
            <a:alphaModFix/>
          </a:blip>
          <a:srcRect b="3139" l="3139" r="-3140" t="-3139"/>
          <a:stretch/>
        </p:blipFill>
        <p:spPr>
          <a:xfrm>
            <a:off x="6624250" y="135675"/>
            <a:ext cx="2424497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/>
          </a:p>
        </p:txBody>
      </p:sp>
      <p:sp>
        <p:nvSpPr>
          <p:cNvPr id="285" name="Google Shape;285;p14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Arial"/>
              <a:buChar char="●"/>
            </a:pP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Compute in real-time the camera trajectory and a sparse 3D reconstruction of the scene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Arial"/>
              <a:buChar char="●"/>
            </a:pP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It is  able to close large loops and perform global relocalisation in real-time 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ORB SLAM2</a:t>
            </a:r>
            <a:endParaRPr/>
          </a:p>
        </p:txBody>
      </p:sp>
      <p:sp>
        <p:nvSpPr>
          <p:cNvPr id="291" name="Google Shape;291;p15"/>
          <p:cNvSpPr txBox="1"/>
          <p:nvPr>
            <p:ph idx="1" type="body"/>
          </p:nvPr>
        </p:nvSpPr>
        <p:spPr>
          <a:xfrm>
            <a:off x="1303800" y="1597875"/>
            <a:ext cx="3775500" cy="314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lang="en" sz="1350">
                <a:solidFill>
                  <a:srgbClr val="1F472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The algorithm gets a new frame from the camera, it first performs keypoint detection</a:t>
            </a:r>
            <a:endParaRPr sz="1350">
              <a:solidFill>
                <a:srgbClr val="1F472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14325" lvl="0" marL="457200" rtl="0" algn="l">
              <a:spcBef>
                <a:spcPts val="0"/>
              </a:spcBef>
              <a:spcAft>
                <a:spcPts val="0"/>
              </a:spcAft>
              <a:buClr>
                <a:srgbClr val="1F4721"/>
              </a:buClr>
              <a:buSzPts val="1350"/>
              <a:buFont typeface="Arial"/>
              <a:buChar char="●"/>
            </a:pPr>
            <a:r>
              <a:rPr lang="en" sz="1350">
                <a:solidFill>
                  <a:srgbClr val="1F472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ORB-SLAM tries to improve the estimated camera pose.</a:t>
            </a:r>
            <a:endParaRPr sz="1350">
              <a:solidFill>
                <a:srgbClr val="1F472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14325" lvl="0" marL="457200" rtl="0" algn="l">
              <a:spcBef>
                <a:spcPts val="0"/>
              </a:spcBef>
              <a:spcAft>
                <a:spcPts val="0"/>
              </a:spcAft>
              <a:buClr>
                <a:srgbClr val="1F4721"/>
              </a:buClr>
              <a:buSzPts val="1350"/>
              <a:buFont typeface="Arial"/>
              <a:buChar char="●"/>
            </a:pPr>
            <a:r>
              <a:rPr lang="en" sz="1350">
                <a:solidFill>
                  <a:srgbClr val="1F472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New map points are created by triangulating matching keypoints from connected frames.</a:t>
            </a:r>
            <a:endParaRPr sz="1350">
              <a:solidFill>
                <a:srgbClr val="1F472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14325" lvl="0" marL="457200" rtl="0" algn="l">
              <a:spcBef>
                <a:spcPts val="0"/>
              </a:spcBef>
              <a:spcAft>
                <a:spcPts val="0"/>
              </a:spcAft>
              <a:buClr>
                <a:srgbClr val="1F4721"/>
              </a:buClr>
              <a:buSzPts val="1350"/>
              <a:buFont typeface="Arial"/>
              <a:buChar char="●"/>
            </a:pPr>
            <a:r>
              <a:rPr lang="en" sz="1350">
                <a:solidFill>
                  <a:srgbClr val="1F472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ORB-SLAM checks if keypoints in a frame match with previously detected keypoints from a different location </a:t>
            </a:r>
            <a:r>
              <a:rPr lang="en" sz="700">
                <a:solidFill>
                  <a:srgbClr val="1F472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[1]</a:t>
            </a:r>
            <a:endParaRPr sz="700">
              <a:solidFill>
                <a:srgbClr val="1F472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2" name="Google Shape;292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90100" y="160900"/>
            <a:ext cx="3539325" cy="2325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" name="Google Shape;293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90100" y="2571750"/>
            <a:ext cx="3593501" cy="2468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OCTOMAP</a:t>
            </a:r>
            <a:endParaRPr/>
          </a:p>
        </p:txBody>
      </p:sp>
      <p:sp>
        <p:nvSpPr>
          <p:cNvPr id="299" name="Google Shape;299;p16"/>
          <p:cNvSpPr txBox="1"/>
          <p:nvPr>
            <p:ph idx="1" type="body"/>
          </p:nvPr>
        </p:nvSpPr>
        <p:spPr>
          <a:xfrm>
            <a:off x="1303800" y="2300200"/>
            <a:ext cx="3345900" cy="158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3D occupancy grid mapping approach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>
                <a:solidFill>
                  <a:srgbClr val="333333"/>
                </a:solidFill>
                <a:highlight>
                  <a:srgbClr val="FFFFFF"/>
                </a:highlight>
                <a:latin typeface="Georgia"/>
                <a:ea typeface="Georgia"/>
                <a:cs typeface="Georgia"/>
                <a:sym typeface="Georgia"/>
              </a:rPr>
              <a:t>It explicitly represents not only occupied space, but also free and unknown areas </a:t>
            </a:r>
            <a:r>
              <a:rPr lang="en" sz="700">
                <a:solidFill>
                  <a:srgbClr val="333333"/>
                </a:solidFill>
                <a:highlight>
                  <a:srgbClr val="FFFFFF"/>
                </a:highlight>
                <a:latin typeface="Georgia"/>
                <a:ea typeface="Georgia"/>
                <a:cs typeface="Georgia"/>
                <a:sym typeface="Georgia"/>
              </a:rPr>
              <a:t>[2]</a:t>
            </a:r>
            <a:endParaRPr sz="700"/>
          </a:p>
        </p:txBody>
      </p:sp>
      <p:pic>
        <p:nvPicPr>
          <p:cNvPr id="300" name="Google Shape;300;p16"/>
          <p:cNvPicPr preferRelativeResize="0"/>
          <p:nvPr/>
        </p:nvPicPr>
        <p:blipFill rotWithShape="1">
          <a:blip r:embed="rId3">
            <a:alphaModFix/>
          </a:blip>
          <a:srcRect b="17204" l="0" r="3381" t="0"/>
          <a:stretch/>
        </p:blipFill>
        <p:spPr>
          <a:xfrm>
            <a:off x="5121775" y="1246925"/>
            <a:ext cx="3809900" cy="345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7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MANIPULATOR (ALB5)</a:t>
            </a:r>
            <a:endParaRPr/>
          </a:p>
        </p:txBody>
      </p:sp>
      <p:sp>
        <p:nvSpPr>
          <p:cNvPr id="306" name="Google Shape;306;p17"/>
          <p:cNvSpPr txBox="1"/>
          <p:nvPr>
            <p:ph idx="1" type="body"/>
          </p:nvPr>
        </p:nvSpPr>
        <p:spPr>
          <a:xfrm>
            <a:off x="993425" y="1385650"/>
            <a:ext cx="5179800" cy="308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Uses Inverse Kinematics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DH table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kcon -inverse kinematics using optimisation with joint limits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Works by minimizing the error between the forward kinematics of the  joint angle solution and the end-effector frame as an optimisation.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</a:pP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Error = sumsqr( (inv(T)*robot.fkine(q) - eye(4)) * omega )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Uses fmincon()  for  the optimisation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Qreachservogoal = qreachgoal*10*180/3.14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Gripper /End effector has only open  and close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Goal </a:t>
            </a: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coordinates 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</a:pP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 = 8 cm 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</a:pP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Z = 13 cm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Map real world coordinates to the arms frame 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307" name="Google Shape;30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28275" y="1212150"/>
            <a:ext cx="2260125" cy="1846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8" name="Google Shape;308;p17"/>
          <p:cNvPicPr preferRelativeResize="0"/>
          <p:nvPr/>
        </p:nvPicPr>
        <p:blipFill rotWithShape="1">
          <a:blip r:embed="rId4">
            <a:alphaModFix/>
          </a:blip>
          <a:srcRect b="2744" l="13533" r="16667" t="8720"/>
          <a:stretch/>
        </p:blipFill>
        <p:spPr>
          <a:xfrm>
            <a:off x="7096225" y="3216025"/>
            <a:ext cx="2108174" cy="1927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9" name="Google Shape;309;p17"/>
          <p:cNvPicPr preferRelativeResize="0"/>
          <p:nvPr/>
        </p:nvPicPr>
        <p:blipFill rotWithShape="1">
          <a:blip r:embed="rId5">
            <a:alphaModFix/>
          </a:blip>
          <a:srcRect b="4430" l="14014" r="17656" t="9702"/>
          <a:stretch/>
        </p:blipFill>
        <p:spPr>
          <a:xfrm>
            <a:off x="5062675" y="3358775"/>
            <a:ext cx="1993275" cy="17847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8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Video</a:t>
            </a:r>
            <a:endParaRPr/>
          </a:p>
        </p:txBody>
      </p:sp>
      <p:sp>
        <p:nvSpPr>
          <p:cNvPr id="315" name="Google Shape;315;p18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descr="Video from Sriparvathi S Bhattathiri" id="316" name="Google Shape;316;p18" title="Mobile Manipulator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86000" y="857250"/>
            <a:ext cx="4572000" cy="342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19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</a:t>
            </a:r>
            <a:endParaRPr/>
          </a:p>
        </p:txBody>
      </p:sp>
      <p:sp>
        <p:nvSpPr>
          <p:cNvPr id="322" name="Google Shape;322;p19"/>
          <p:cNvSpPr txBox="1"/>
          <p:nvPr>
            <p:ph idx="1" type="body"/>
          </p:nvPr>
        </p:nvSpPr>
        <p:spPr>
          <a:xfrm>
            <a:off x="1303800" y="1704825"/>
            <a:ext cx="7030500" cy="136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Questions</a:t>
            </a:r>
            <a:endParaRPr/>
          </a:p>
          <a:p>
            <a:pPr indent="-311150" lvl="0" marL="457200" rtl="0" algn="l">
              <a:spcBef>
                <a:spcPts val="1600"/>
              </a:spcBef>
              <a:spcAft>
                <a:spcPts val="0"/>
              </a:spcAft>
              <a:buSzPts val="1300"/>
              <a:buAutoNum type="arabicPeriod"/>
            </a:pPr>
            <a:r>
              <a:t/>
            </a:r>
            <a:endParaRPr/>
          </a:p>
        </p:txBody>
      </p:sp>
      <p:sp>
        <p:nvSpPr>
          <p:cNvPr id="323" name="Google Shape;323;p19"/>
          <p:cNvSpPr txBox="1"/>
          <p:nvPr>
            <p:ph idx="1" type="body"/>
          </p:nvPr>
        </p:nvSpPr>
        <p:spPr>
          <a:xfrm>
            <a:off x="1249625" y="3206250"/>
            <a:ext cx="7030500" cy="151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References</a:t>
            </a:r>
            <a:r>
              <a:rPr lang="en"/>
              <a:t>:</a:t>
            </a:r>
            <a:endParaRPr/>
          </a:p>
          <a:p>
            <a:pPr indent="-285750" lvl="0" marL="457200" rtl="0" algn="l">
              <a:spcBef>
                <a:spcPts val="1600"/>
              </a:spcBef>
              <a:spcAft>
                <a:spcPts val="0"/>
              </a:spcAft>
              <a:buSzPts val="900"/>
              <a:buAutoNum type="arabicPeriod"/>
            </a:pPr>
            <a:r>
              <a:rPr lang="en" sz="9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https://www.andreasjakl.com/basics-of-ar-slam-simultaneous-localization-and-mapping/</a:t>
            </a:r>
            <a:endParaRPr sz="900"/>
          </a:p>
          <a:p>
            <a:pPr indent="-28575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900"/>
              <a:buFont typeface="Arial"/>
              <a:buAutoNum type="arabicPeriod"/>
            </a:pPr>
            <a:r>
              <a:rPr lang="en" sz="900">
                <a:solidFill>
                  <a:srgbClr val="333333"/>
                </a:solidFill>
                <a:highlight>
                  <a:srgbClr val="FCFCFC"/>
                </a:highlight>
                <a:latin typeface="Arial"/>
                <a:ea typeface="Arial"/>
                <a:cs typeface="Arial"/>
                <a:sym typeface="Arial"/>
              </a:rPr>
              <a:t>Hornung, A., Wurm, K.M., Bennewitz, M. et al. Auton Robot (2013) 34: 189.</a:t>
            </a:r>
            <a:r>
              <a:rPr lang="en" sz="900">
                <a:solidFill>
                  <a:srgbClr val="333333"/>
                </a:solidFill>
                <a:highlight>
                  <a:srgbClr val="FCFCFC"/>
                </a:highlight>
                <a:latin typeface="Arial"/>
                <a:ea typeface="Arial"/>
                <a:cs typeface="Arial"/>
                <a:sym typeface="Arial"/>
              </a:rPr>
              <a:t> h</a:t>
            </a:r>
            <a:r>
              <a:rPr lang="en" sz="900">
                <a:solidFill>
                  <a:srgbClr val="333333"/>
                </a:solidFill>
                <a:highlight>
                  <a:srgbClr val="FCFCFC"/>
                </a:highlight>
                <a:latin typeface="Arial"/>
                <a:ea typeface="Arial"/>
                <a:cs typeface="Arial"/>
                <a:sym typeface="Arial"/>
              </a:rPr>
              <a:t>ttps://doi.org/10.1007/s10514-012-9321-0-”</a:t>
            </a:r>
            <a:r>
              <a:rPr lang="en" sz="9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OctoMap: an efficient probabilistic 3D mapping framework based on octrees”</a:t>
            </a:r>
            <a:endParaRPr sz="900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SzPts val="900"/>
              <a:buAutoNum type="arabicPeriod"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omentum">
  <a:themeElements>
    <a:clrScheme name="Momentum">
      <a:dk1>
        <a:srgbClr val="C0791B"/>
      </a:dk1>
      <a:lt1>
        <a:srgbClr val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